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34A4E-0AE8-4AE5-A5BC-33C48C29A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C7DBAC-01AB-474B-B34D-C77CD8C94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894E5-2860-4BEA-B74B-6C58AD9A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223DDC-5762-48F7-A7FC-644E72BB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0C6315-5E9F-456A-9DE1-40B97F15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1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75D1A-C907-4D0D-9720-AE7DCFF2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873503-F416-4C78-AFA4-69C896A78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2B453-89EB-4EBE-B810-0985C939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F82AE-DB17-474F-89A6-B8DED624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110EBF-0CB4-4B3A-91D7-750D8CB3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06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8194C-157B-45C5-9BA8-CCCAAB4F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B9003-82E5-45B4-AE80-D2B0E8AC5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174DD-CFC7-4C92-A933-87EB09FF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0227E4-783E-443A-8D12-CC2F8769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380D3C-293A-4CDC-A71B-2E561D33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18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B6F6D-DBE9-4950-8125-A0C00D9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39EDA-1E4A-4FC9-938D-C79081673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93641C-9EFF-4BB1-AF6F-A7D6161E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BF9160-07B8-434A-8854-E91B7258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C4C98-120F-43CB-BEE3-AB2E22D7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9F465D-6230-4490-973A-6543A6BD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76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D759C-9600-466B-A2F2-80207BD8F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0363AB-9342-410F-833A-85D7A472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BB731D-010F-4EF1-98D3-8B35248A0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143EE5-1F83-4C9F-ACD5-72BD497D2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A4C3BF-FC3F-4811-8665-9907F2E94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9A16F2-BECA-4864-8E66-0B29723A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C7F233-4BF4-48A2-8063-46D8F0FE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CEDE14-63BF-45C4-9143-72E4EDAD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45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33D5E-CEAE-4FD0-96B1-3F234BE7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5739DF5-8B0D-4827-A718-2B15ABC3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BAA72F-2B82-4339-9730-851834D8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EDFF5F-ED39-4E81-A23A-F02BE6F7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93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560BD7-18FF-480F-9A57-C84A54E6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2CDCBC-666C-41DF-B938-864C68A0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EC3DBE-D433-44B7-8482-3EF4B830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78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F7427-419F-422A-B880-BBBC06340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2A0A6-6D47-4E1A-AD30-0449542AA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C777F4-041A-44FC-A44D-D8472A22A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929F21-75F8-4538-ADBB-E8BCABC3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0556D1-559E-4B1C-A502-A5A31A57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F7DCF-AE94-4CFD-8F85-D4B472F6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60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190B2-12DA-458C-91DD-31D52164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D03F55-F533-44AB-917F-CEC1EC586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E58F2E-F316-43F3-8D07-71CD1A8E7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6913A3-C95B-495E-AD84-3864D0CF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7176EE-F2E6-4959-ABFA-D52F7FCC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2FBB4-D29D-45EB-8084-BA18E664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51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1C4F5-CE95-45CD-9763-8F81B2FE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BBD2E1-B112-45EB-964F-BC70EE1FA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FD245-4593-4384-8668-C6D31DC5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7F5F2-DFCB-432E-BC21-5D1DB203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36C6E-F5E1-45B8-A5B5-87FC983D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09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71084D-43E5-4A14-B45B-E0B933722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7A6D0D-52E5-4023-BA20-1ACBA4B27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D9A45-E469-4344-87D5-1BE311E5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65808-61CB-4C83-B5DD-4CCDCCB9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8B913-B5B3-4DC8-858D-74F56127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68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738227-B31A-45CE-902D-8E9F4936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D9D42A-2CF3-4D19-8A8C-D471F5F6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348D2A-976F-4BA6-A011-3C6C54AC5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427DB-6F40-4A9A-A44F-BD7AEA49DF4E}" type="datetimeFigureOut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B2C89-114C-4E0D-A77C-4AB3A5C3C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F913A-116E-41F1-8A03-690464683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9C9FB-A493-4009-B00D-8138675468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09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업로드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A7504-C0B2-42E3-A673-630E981FEAEF}"/>
              </a:ext>
            </a:extLst>
          </p:cNvPr>
          <p:cNvSpPr txBox="1"/>
          <p:nvPr/>
        </p:nvSpPr>
        <p:spPr>
          <a:xfrm>
            <a:off x="1095935" y="5743136"/>
            <a:ext cx="11712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코드를 </a:t>
            </a:r>
            <a:r>
              <a:rPr lang="en-US" altLang="ko-KR" dirty="0"/>
              <a:t>Kaggle Notebook</a:t>
            </a:r>
            <a:r>
              <a:rPr lang="ko-KR" altLang="en-US" dirty="0"/>
              <a:t>에 저장 </a:t>
            </a:r>
            <a:r>
              <a:rPr lang="en-US" altLang="ko-KR" dirty="0"/>
              <a:t>-&gt; Datasets </a:t>
            </a:r>
            <a:r>
              <a:rPr lang="ko-KR" altLang="en-US" dirty="0"/>
              <a:t>선택 </a:t>
            </a:r>
            <a:r>
              <a:rPr lang="en-US" altLang="ko-KR" dirty="0"/>
              <a:t>-&gt; New Dataset -&gt; Notebook output 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저장된 </a:t>
            </a:r>
            <a:r>
              <a:rPr lang="en-US" altLang="ko-KR" dirty="0"/>
              <a:t>Kaggle Notebook</a:t>
            </a:r>
            <a:r>
              <a:rPr lang="ko-KR" altLang="en-US" dirty="0"/>
              <a:t>을 선택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4CBC95-A448-4CD8-A2A8-B6A87D4B2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55" y="2215266"/>
            <a:ext cx="5039428" cy="194337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F68208A-8E7D-4B2B-98C8-D751456F7262}"/>
              </a:ext>
            </a:extLst>
          </p:cNvPr>
          <p:cNvSpPr/>
          <p:nvPr/>
        </p:nvSpPr>
        <p:spPr>
          <a:xfrm>
            <a:off x="255493" y="3052482"/>
            <a:ext cx="196327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199974-18BD-4661-9A42-3D8051D18339}"/>
              </a:ext>
            </a:extLst>
          </p:cNvPr>
          <p:cNvSpPr/>
          <p:nvPr/>
        </p:nvSpPr>
        <p:spPr>
          <a:xfrm>
            <a:off x="2666999" y="3100009"/>
            <a:ext cx="135367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9C3F622-DD84-4E9B-9599-513ECDAB5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96" y="1311627"/>
            <a:ext cx="5458587" cy="431542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07F375-C67A-407F-B5D2-0DCCB5EA9F38}"/>
              </a:ext>
            </a:extLst>
          </p:cNvPr>
          <p:cNvSpPr/>
          <p:nvPr/>
        </p:nvSpPr>
        <p:spPr>
          <a:xfrm>
            <a:off x="7485529" y="1801905"/>
            <a:ext cx="135367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7C2F88-51B4-4BB9-B3F9-156F9494E331}"/>
              </a:ext>
            </a:extLst>
          </p:cNvPr>
          <p:cNvSpPr/>
          <p:nvPr/>
        </p:nvSpPr>
        <p:spPr>
          <a:xfrm>
            <a:off x="6594459" y="3789305"/>
            <a:ext cx="3759775" cy="769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DAF38-0E39-421A-98A3-92606997EC94}"/>
              </a:ext>
            </a:extLst>
          </p:cNvPr>
          <p:cNvSpPr txBox="1"/>
          <p:nvPr/>
        </p:nvSpPr>
        <p:spPr>
          <a:xfrm>
            <a:off x="1609163" y="3336935"/>
            <a:ext cx="14164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1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6782AD-3B19-480E-B5E6-9BAE7581AA47}"/>
              </a:ext>
            </a:extLst>
          </p:cNvPr>
          <p:cNvSpPr txBox="1"/>
          <p:nvPr/>
        </p:nvSpPr>
        <p:spPr>
          <a:xfrm>
            <a:off x="3128680" y="3457567"/>
            <a:ext cx="14164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2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E53503-830D-4DC6-82AD-6762CB66C800}"/>
              </a:ext>
            </a:extLst>
          </p:cNvPr>
          <p:cNvSpPr txBox="1"/>
          <p:nvPr/>
        </p:nvSpPr>
        <p:spPr>
          <a:xfrm>
            <a:off x="8130987" y="1329436"/>
            <a:ext cx="14164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3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7B9DC-E4EF-48A2-9D82-0AAEFDEDD20C}"/>
              </a:ext>
            </a:extLst>
          </p:cNvPr>
          <p:cNvSpPr txBox="1"/>
          <p:nvPr/>
        </p:nvSpPr>
        <p:spPr>
          <a:xfrm>
            <a:off x="8166845" y="3387130"/>
            <a:ext cx="14164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rgbClr val="FF0000"/>
                </a:solidFill>
              </a:rPr>
              <a:t>4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82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불러오기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A7504-C0B2-42E3-A673-630E981FEAEF}"/>
              </a:ext>
            </a:extLst>
          </p:cNvPr>
          <p:cNvSpPr txBox="1"/>
          <p:nvPr/>
        </p:nvSpPr>
        <p:spPr>
          <a:xfrm>
            <a:off x="1902758" y="5696851"/>
            <a:ext cx="1171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저장된 </a:t>
            </a:r>
            <a:r>
              <a:rPr lang="en-US" altLang="ko-KR" dirty="0"/>
              <a:t>Datasets</a:t>
            </a:r>
            <a:r>
              <a:rPr lang="ko-KR" altLang="en-US" dirty="0"/>
              <a:t>을 선택 </a:t>
            </a:r>
            <a:r>
              <a:rPr lang="en-US" altLang="ko-KR" dirty="0"/>
              <a:t>-&gt; Download -&gt; </a:t>
            </a:r>
            <a:r>
              <a:rPr lang="ko-KR" altLang="en-US" dirty="0" err="1"/>
              <a:t>클릭시</a:t>
            </a:r>
            <a:r>
              <a:rPr lang="ko-KR" altLang="en-US" dirty="0"/>
              <a:t> 나오는 </a:t>
            </a:r>
            <a:r>
              <a:rPr lang="en-US" altLang="ko-KR" dirty="0"/>
              <a:t>Code</a:t>
            </a:r>
            <a:r>
              <a:rPr lang="ko-KR" altLang="en-US" dirty="0"/>
              <a:t>를 복사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7A5B00-7DCB-438D-A33E-577162EF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688941"/>
            <a:ext cx="9878804" cy="473458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BB11D5-794F-4FBC-B9A0-50ECF3E1E054}"/>
              </a:ext>
            </a:extLst>
          </p:cNvPr>
          <p:cNvSpPr/>
          <p:nvPr/>
        </p:nvSpPr>
        <p:spPr>
          <a:xfrm>
            <a:off x="8928846" y="1065141"/>
            <a:ext cx="153296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9B42EB-82AB-4B91-95C5-F2F1103255E4}"/>
              </a:ext>
            </a:extLst>
          </p:cNvPr>
          <p:cNvSpPr/>
          <p:nvPr/>
        </p:nvSpPr>
        <p:spPr>
          <a:xfrm>
            <a:off x="6952130" y="2502236"/>
            <a:ext cx="3913094" cy="1733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96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데이터 불러오기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79F589-98F3-47D2-AF9D-8D04702C5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458" y="2010223"/>
            <a:ext cx="6096851" cy="1600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7AF42E-7C76-4623-8A39-CBFE62A1FF8A}"/>
              </a:ext>
            </a:extLst>
          </p:cNvPr>
          <p:cNvSpPr txBox="1"/>
          <p:nvPr/>
        </p:nvSpPr>
        <p:spPr>
          <a:xfrm>
            <a:off x="1943099" y="4142617"/>
            <a:ext cx="7644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사용하려는 </a:t>
            </a:r>
            <a:r>
              <a:rPr lang="en-US" altLang="ko-KR" dirty="0"/>
              <a:t>Kaggle Notebook </a:t>
            </a:r>
            <a:r>
              <a:rPr lang="ko-KR" altLang="en-US" dirty="0"/>
              <a:t>다른 </a:t>
            </a:r>
            <a:r>
              <a:rPr lang="en-US" altLang="ko-KR" dirty="0"/>
              <a:t>code</a:t>
            </a:r>
            <a:r>
              <a:rPr lang="ko-KR" altLang="en-US" dirty="0"/>
              <a:t>에서 복사한 </a:t>
            </a:r>
            <a:r>
              <a:rPr lang="en-US" altLang="ko-KR" dirty="0"/>
              <a:t>code </a:t>
            </a:r>
            <a:r>
              <a:rPr lang="ko-KR" altLang="en-US" dirty="0"/>
              <a:t>실행 시</a:t>
            </a:r>
            <a:r>
              <a:rPr lang="en-US" altLang="ko-KR" dirty="0"/>
              <a:t>, </a:t>
            </a:r>
          </a:p>
          <a:p>
            <a:pPr algn="ctr"/>
            <a:r>
              <a:rPr lang="ko-KR" altLang="en-US" dirty="0"/>
              <a:t>다운로드가 완료되며 아래와 같이 </a:t>
            </a:r>
            <a:r>
              <a:rPr lang="en-US" altLang="ko-KR" dirty="0"/>
              <a:t>Dataset</a:t>
            </a:r>
            <a:r>
              <a:rPr lang="ko-KR" altLang="en-US" dirty="0"/>
              <a:t>의 경로가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D2D99D-473F-4812-B63D-7BA838E4BD6F}"/>
              </a:ext>
            </a:extLst>
          </p:cNvPr>
          <p:cNvSpPr/>
          <p:nvPr/>
        </p:nvSpPr>
        <p:spPr>
          <a:xfrm>
            <a:off x="2931458" y="3275823"/>
            <a:ext cx="5069542" cy="334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4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전처리</a:t>
            </a:r>
            <a:r>
              <a:rPr lang="ko-KR" altLang="en-US" dirty="0"/>
              <a:t> 코드 설명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D88D01-EA5C-4CDB-B41A-8A08896B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" y="505839"/>
            <a:ext cx="6163535" cy="15432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CC006F7-1F58-4C61-B68A-EE49289D2054}"/>
              </a:ext>
            </a:extLst>
          </p:cNvPr>
          <p:cNvSpPr/>
          <p:nvPr/>
        </p:nvSpPr>
        <p:spPr>
          <a:xfrm>
            <a:off x="5217458" y="1460471"/>
            <a:ext cx="1230556" cy="314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03FEE-4D80-4568-B9CB-5EF0BEB3FDB6}"/>
              </a:ext>
            </a:extLst>
          </p:cNvPr>
          <p:cNvSpPr txBox="1"/>
          <p:nvPr/>
        </p:nvSpPr>
        <p:spPr>
          <a:xfrm>
            <a:off x="6517341" y="123309"/>
            <a:ext cx="56746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기존에 저희가 참조한 코드에는 </a:t>
            </a:r>
            <a:r>
              <a:rPr lang="en-US" altLang="ko-KR" dirty="0"/>
              <a:t>last()</a:t>
            </a:r>
            <a:r>
              <a:rPr lang="ko-KR" altLang="en-US" dirty="0"/>
              <a:t>로 되어있습니다</a:t>
            </a:r>
            <a:r>
              <a:rPr lang="en-US" altLang="ko-KR" dirty="0"/>
              <a:t>. Last()</a:t>
            </a:r>
            <a:r>
              <a:rPr lang="ko-KR" altLang="en-US" dirty="0"/>
              <a:t>로 실행 시</a:t>
            </a:r>
            <a:r>
              <a:rPr lang="en-US" altLang="ko-KR" dirty="0"/>
              <a:t>, </a:t>
            </a:r>
            <a:r>
              <a:rPr lang="ko-KR" altLang="en-US" dirty="0"/>
              <a:t>직전 일자의 마지막 </a:t>
            </a:r>
            <a:r>
              <a:rPr lang="en-US" altLang="ko-KR" dirty="0" err="1"/>
              <a:t>time_id</a:t>
            </a:r>
            <a:r>
              <a:rPr lang="ko-KR" altLang="en-US" dirty="0"/>
              <a:t>의 </a:t>
            </a:r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lags</a:t>
            </a:r>
            <a:r>
              <a:rPr lang="ko-KR" altLang="en-US" dirty="0"/>
              <a:t>에 저장됩니다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그런데 제가 확인했을 때 </a:t>
            </a:r>
            <a:r>
              <a:rPr lang="en-US" altLang="ko-KR" dirty="0"/>
              <a:t>test data</a:t>
            </a:r>
            <a:r>
              <a:rPr lang="ko-KR" altLang="en-US" dirty="0"/>
              <a:t>에 주어지는 </a:t>
            </a:r>
            <a:r>
              <a:rPr lang="en-US" altLang="ko-KR" dirty="0"/>
              <a:t>lags</a:t>
            </a:r>
            <a:r>
              <a:rPr lang="ko-KR" altLang="en-US" dirty="0"/>
              <a:t>들은 직전 일자의 </a:t>
            </a:r>
            <a:r>
              <a:rPr lang="en-US" altLang="ko-KR" dirty="0" err="1"/>
              <a:t>time_id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 err="1"/>
              <a:t>일떄의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라고 </a:t>
            </a:r>
            <a:r>
              <a:rPr lang="ko-KR" altLang="en-US" dirty="0" err="1"/>
              <a:t>보았던거</a:t>
            </a:r>
            <a:r>
              <a:rPr lang="ko-KR" altLang="en-US" dirty="0"/>
              <a:t> 같습니다</a:t>
            </a:r>
            <a:r>
              <a:rPr lang="en-US" altLang="ko-KR" dirty="0"/>
              <a:t>. </a:t>
            </a:r>
            <a:r>
              <a:rPr lang="ko-KR" altLang="en-US" dirty="0"/>
              <a:t>학습용 데이터와 테스트 데이터가 일치해야 성능이 잘 </a:t>
            </a:r>
            <a:r>
              <a:rPr lang="ko-KR" altLang="en-US" dirty="0" err="1"/>
              <a:t>나올거</a:t>
            </a:r>
            <a:r>
              <a:rPr lang="ko-KR" altLang="en-US" dirty="0"/>
              <a:t> 같아서 </a:t>
            </a:r>
            <a:r>
              <a:rPr lang="en-US" altLang="ko-KR" dirty="0"/>
              <a:t>first()</a:t>
            </a:r>
            <a:r>
              <a:rPr lang="ko-KR" altLang="en-US" dirty="0"/>
              <a:t>로 수정해보았습니다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64072E6-7854-4073-BB9A-F84C8349D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11" y="2419264"/>
            <a:ext cx="6125430" cy="43154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D9F1D4-0481-482A-AED2-6995AE0546A4}"/>
              </a:ext>
            </a:extLst>
          </p:cNvPr>
          <p:cNvSpPr txBox="1"/>
          <p:nvPr/>
        </p:nvSpPr>
        <p:spPr>
          <a:xfrm>
            <a:off x="6517341" y="3573426"/>
            <a:ext cx="56746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참조한 코드에서 </a:t>
            </a:r>
            <a:r>
              <a:rPr lang="en-US" altLang="ko-KR" dirty="0" err="1"/>
              <a:t>trainging_date</a:t>
            </a:r>
            <a:r>
              <a:rPr lang="ko-KR" altLang="en-US" dirty="0"/>
              <a:t>와 </a:t>
            </a:r>
            <a:r>
              <a:rPr lang="en-US" altLang="ko-KR" dirty="0" err="1"/>
              <a:t>validation_data</a:t>
            </a:r>
            <a:r>
              <a:rPr lang="ko-KR" altLang="en-US" dirty="0"/>
              <a:t>를 만들어내는 과정에서 에러가 발생해서 </a:t>
            </a:r>
            <a:r>
              <a:rPr lang="en-US" altLang="ko-KR" dirty="0"/>
              <a:t>pandas df</a:t>
            </a:r>
            <a:r>
              <a:rPr lang="ko-KR" altLang="en-US" dirty="0"/>
              <a:t>의 형태로 수정 후</a:t>
            </a:r>
            <a:r>
              <a:rPr lang="en-US" altLang="ko-KR" dirty="0"/>
              <a:t>, </a:t>
            </a:r>
            <a:r>
              <a:rPr lang="ko-KR" altLang="en-US" dirty="0"/>
              <a:t>데이터를 분리하여 다시 </a:t>
            </a:r>
            <a:r>
              <a:rPr lang="en-US" altLang="ko-KR" dirty="0"/>
              <a:t>parquet </a:t>
            </a:r>
            <a:r>
              <a:rPr lang="ko-KR" altLang="en-US" dirty="0"/>
              <a:t>포맷으로 저장하도록 코드를 수정했습니다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임의로 </a:t>
            </a:r>
            <a:r>
              <a:rPr lang="en-US" altLang="ko-KR" dirty="0" err="1"/>
              <a:t>date_id</a:t>
            </a:r>
            <a:r>
              <a:rPr lang="en-US" altLang="ko-KR" dirty="0"/>
              <a:t> 1600</a:t>
            </a:r>
            <a:r>
              <a:rPr lang="ko-KR" altLang="en-US" dirty="0"/>
              <a:t>을 기준으로 </a:t>
            </a:r>
            <a:r>
              <a:rPr lang="en-US" altLang="ko-KR" dirty="0"/>
              <a:t>test</a:t>
            </a:r>
            <a:r>
              <a:rPr lang="ko-KR" altLang="en-US" dirty="0"/>
              <a:t>와 </a:t>
            </a:r>
            <a:r>
              <a:rPr lang="en-US" altLang="ko-KR" dirty="0"/>
              <a:t>vali data</a:t>
            </a:r>
            <a:r>
              <a:rPr lang="ko-KR" altLang="en-US" dirty="0"/>
              <a:t>를 구분하도록 값을 지정했는데</a:t>
            </a:r>
            <a:r>
              <a:rPr lang="en-US" altLang="ko-KR" dirty="0"/>
              <a:t>, </a:t>
            </a:r>
            <a:r>
              <a:rPr lang="ko-KR" altLang="en-US" dirty="0"/>
              <a:t>임의로 수정하셔도 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F4692D-CF1D-4A4B-AC2C-408D0FF48FFA}"/>
              </a:ext>
            </a:extLst>
          </p:cNvPr>
          <p:cNvSpPr/>
          <p:nvPr/>
        </p:nvSpPr>
        <p:spPr>
          <a:xfrm>
            <a:off x="4101353" y="3258885"/>
            <a:ext cx="968188" cy="4256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95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학습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AF42E-7C76-4623-8A39-CBFE62A1FF8A}"/>
              </a:ext>
            </a:extLst>
          </p:cNvPr>
          <p:cNvSpPr txBox="1"/>
          <p:nvPr/>
        </p:nvSpPr>
        <p:spPr>
          <a:xfrm>
            <a:off x="1418662" y="1350967"/>
            <a:ext cx="8827997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모델의 경우 학습 </a:t>
            </a:r>
            <a:r>
              <a:rPr lang="en-US" altLang="ko-KR" dirty="0">
                <a:solidFill>
                  <a:srgbClr val="FF0000"/>
                </a:solidFill>
              </a:rPr>
              <a:t>data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ko-KR" altLang="en-US" dirty="0" err="1">
                <a:solidFill>
                  <a:srgbClr val="FF0000"/>
                </a:solidFill>
              </a:rPr>
              <a:t>많다보니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Kaggle notebook</a:t>
            </a:r>
            <a:r>
              <a:rPr lang="ko-KR" altLang="en-US" dirty="0">
                <a:solidFill>
                  <a:srgbClr val="FF0000"/>
                </a:solidFill>
              </a:rPr>
              <a:t>에서는 모델 학습이 메모리 문제로 불가능했습니다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그래서 </a:t>
            </a:r>
            <a:r>
              <a:rPr lang="en-US" altLang="ko-KR" dirty="0">
                <a:solidFill>
                  <a:srgbClr val="FF0000"/>
                </a:solidFill>
              </a:rPr>
              <a:t>local</a:t>
            </a:r>
            <a:r>
              <a:rPr lang="ko-KR" altLang="en-US" dirty="0">
                <a:solidFill>
                  <a:srgbClr val="FF0000"/>
                </a:solidFill>
              </a:rPr>
              <a:t>에 따로 코드를 다운받아서 모델을 학습했고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학습 모델을 </a:t>
            </a:r>
            <a:r>
              <a:rPr lang="en-US" altLang="ko-KR" dirty="0">
                <a:solidFill>
                  <a:srgbClr val="FF0000"/>
                </a:solidFill>
              </a:rPr>
              <a:t>dataset</a:t>
            </a:r>
            <a:r>
              <a:rPr lang="ko-KR" altLang="en-US" dirty="0">
                <a:solidFill>
                  <a:srgbClr val="FF0000"/>
                </a:solidFill>
              </a:rPr>
              <a:t>에 업로드하여 해당 모델을 불러와서 평가를 진행했습니다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데이터의 개수가 너무 많다 보니</a:t>
            </a:r>
            <a:r>
              <a:rPr lang="en-US" altLang="ko-KR" dirty="0"/>
              <a:t>, </a:t>
            </a:r>
            <a:r>
              <a:rPr lang="ko-KR" altLang="en-US" dirty="0"/>
              <a:t>제 컴퓨터 성능이 </a:t>
            </a:r>
            <a:r>
              <a:rPr lang="ko-KR" altLang="en-US" dirty="0" err="1"/>
              <a:t>나쁜편이</a:t>
            </a:r>
            <a:r>
              <a:rPr lang="ko-KR" altLang="en-US" dirty="0"/>
              <a:t> </a:t>
            </a:r>
            <a:r>
              <a:rPr lang="ko-KR" altLang="en-US" dirty="0" err="1"/>
              <a:t>아닌데도</a:t>
            </a:r>
            <a:r>
              <a:rPr lang="ko-KR" altLang="en-US" dirty="0"/>
              <a:t> 시간이 꽤 소모되고 가끔 컴퓨터가 멈추기도 했습니다</a:t>
            </a:r>
            <a:r>
              <a:rPr lang="en-US" altLang="ko-KR" dirty="0"/>
              <a:t>. </a:t>
            </a:r>
            <a:r>
              <a:rPr lang="ko-KR" altLang="en-US" dirty="0"/>
              <a:t>개인 </a:t>
            </a:r>
            <a:r>
              <a:rPr lang="ko-KR" altLang="en-US" dirty="0" err="1"/>
              <a:t>컴</a:t>
            </a:r>
            <a:r>
              <a:rPr lang="ko-KR" altLang="en-US" dirty="0"/>
              <a:t> 성능이 좋지 않으시면 </a:t>
            </a:r>
            <a:r>
              <a:rPr lang="en-US" altLang="ko-KR" dirty="0" err="1"/>
              <a:t>start_dt</a:t>
            </a:r>
            <a:r>
              <a:rPr lang="ko-KR" altLang="en-US" dirty="0"/>
              <a:t>값을 </a:t>
            </a:r>
            <a:r>
              <a:rPr lang="en-US" altLang="ko-KR" dirty="0"/>
              <a:t>1400~1500</a:t>
            </a:r>
            <a:r>
              <a:rPr lang="ko-KR" altLang="en-US" dirty="0"/>
              <a:t>정도로 수정해서 데이터 수를 줄여서 학습하시는 게 좋을 것 같습니다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sz="2500" b="1" dirty="0"/>
              <a:t>전체 과정</a:t>
            </a:r>
            <a:endParaRPr lang="en-US" altLang="ko-KR" sz="2500" b="1" dirty="0"/>
          </a:p>
          <a:p>
            <a:r>
              <a:rPr lang="ko-KR" altLang="en-US" dirty="0"/>
              <a:t>개인 </a:t>
            </a:r>
            <a:r>
              <a:rPr lang="en-US" altLang="ko-KR" dirty="0"/>
              <a:t>PC </a:t>
            </a:r>
            <a:r>
              <a:rPr lang="ko-KR" altLang="en-US" dirty="0"/>
              <a:t>전처리를 통해 학습용 </a:t>
            </a:r>
            <a:r>
              <a:rPr lang="en-US" altLang="ko-KR" dirty="0"/>
              <a:t>parquet </a:t>
            </a:r>
            <a:r>
              <a:rPr lang="ko-KR" altLang="en-US" dirty="0"/>
              <a:t>생성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개인 </a:t>
            </a:r>
            <a:r>
              <a:rPr lang="en-US" altLang="ko-KR" dirty="0"/>
              <a:t>PC</a:t>
            </a:r>
            <a:r>
              <a:rPr lang="ko-KR" altLang="en-US" dirty="0"/>
              <a:t>에서 모델 학습 및 평가 </a:t>
            </a:r>
            <a:endParaRPr lang="en-US" altLang="ko-KR" dirty="0"/>
          </a:p>
          <a:p>
            <a:r>
              <a:rPr lang="en-US" altLang="ko-KR" dirty="0"/>
              <a:t>-&gt; Score</a:t>
            </a:r>
            <a:r>
              <a:rPr lang="ko-KR" altLang="en-US" dirty="0"/>
              <a:t>를 확인하고 싶은 모델의 </a:t>
            </a:r>
            <a:r>
              <a:rPr lang="en-US" altLang="ko-KR" dirty="0" err="1"/>
              <a:t>result.pkl</a:t>
            </a:r>
            <a:r>
              <a:rPr lang="ko-KR" altLang="en-US" dirty="0"/>
              <a:t>파일을 </a:t>
            </a:r>
            <a:r>
              <a:rPr lang="en-US" altLang="ko-KR" dirty="0"/>
              <a:t>Kaggle </a:t>
            </a:r>
            <a:r>
              <a:rPr lang="ko-KR" altLang="en-US" dirty="0"/>
              <a:t>사이트 </a:t>
            </a:r>
            <a:r>
              <a:rPr lang="en-US" altLang="ko-KR" dirty="0"/>
              <a:t>dataset</a:t>
            </a:r>
            <a:r>
              <a:rPr lang="ko-KR" altLang="en-US" dirty="0"/>
              <a:t>에 업로드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제출용 파일에 모델을 불러와서 제출 및 성능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2321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학습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976372-9FF1-41F5-8BA8-8FE79AB18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69" y="602268"/>
            <a:ext cx="3477110" cy="704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43037-F98D-42C9-9BAB-AB1EFF9E2ACD}"/>
              </a:ext>
            </a:extLst>
          </p:cNvPr>
          <p:cNvSpPr txBox="1"/>
          <p:nvPr/>
        </p:nvSpPr>
        <p:spPr>
          <a:xfrm>
            <a:off x="4107031" y="640632"/>
            <a:ext cx="6965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</a:t>
            </a:r>
            <a:r>
              <a:rPr lang="ko-KR" altLang="en-US" dirty="0"/>
              <a:t>를 일부 제거하려면 </a:t>
            </a:r>
            <a:r>
              <a:rPr lang="en-US" altLang="ko-KR" dirty="0"/>
              <a:t>col</a:t>
            </a:r>
            <a:r>
              <a:rPr lang="ko-KR" altLang="en-US" dirty="0"/>
              <a:t>에 제거하려는 </a:t>
            </a:r>
            <a:r>
              <a:rPr lang="en-US" altLang="ko-KR" dirty="0"/>
              <a:t>feature</a:t>
            </a:r>
            <a:r>
              <a:rPr lang="ko-KR" altLang="en-US" dirty="0"/>
              <a:t>를 넣고 실행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제거하지 않으려면 실행하지 않아야 합니다</a:t>
            </a:r>
            <a:r>
              <a:rPr lang="en-US" altLang="ko-KR" dirty="0">
                <a:solidFill>
                  <a:srgbClr val="FF0000"/>
                </a:solidFill>
              </a:rPr>
              <a:t>.)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4FC807-2CA6-439A-898D-5B68E2AB4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26" y="3734791"/>
            <a:ext cx="3962953" cy="666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71531A-BF7F-415C-97ED-F2B6DE3F00E7}"/>
              </a:ext>
            </a:extLst>
          </p:cNvPr>
          <p:cNvSpPr txBox="1"/>
          <p:nvPr/>
        </p:nvSpPr>
        <p:spPr>
          <a:xfrm>
            <a:off x="4689737" y="1723978"/>
            <a:ext cx="69655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일반적으로 모델의 성능을 </a:t>
            </a:r>
            <a:r>
              <a:rPr lang="ko-KR" altLang="en-US" dirty="0" err="1"/>
              <a:t>평가할때는</a:t>
            </a:r>
            <a:r>
              <a:rPr lang="ko-KR" altLang="en-US" dirty="0"/>
              <a:t> 과적합을 피하기 위해 학습에 사용되지 않은 검증용 데이터로 성능을 평가합니다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공유드린</a:t>
            </a:r>
            <a:r>
              <a:rPr lang="ko-KR" altLang="en-US" dirty="0"/>
              <a:t> 코드는 </a:t>
            </a:r>
            <a:r>
              <a:rPr lang="en-US" altLang="ko-KR" dirty="0"/>
              <a:t>train data</a:t>
            </a:r>
            <a:r>
              <a:rPr lang="ko-KR" altLang="en-US" dirty="0"/>
              <a:t>를 학습용으로 사용하고 학습에 사용하지 않은 </a:t>
            </a:r>
            <a:r>
              <a:rPr lang="en-US" altLang="ko-KR" dirty="0"/>
              <a:t>valid </a:t>
            </a:r>
            <a:r>
              <a:rPr lang="ko-KR" altLang="en-US" dirty="0"/>
              <a:t>데이터를 평가용으로 사용하게 되어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date_id</a:t>
            </a:r>
            <a:r>
              <a:rPr lang="en-US" altLang="ko-KR" dirty="0"/>
              <a:t> -&gt; 1100~16xx</a:t>
            </a:r>
            <a:r>
              <a:rPr lang="ko-KR" altLang="en-US" dirty="0"/>
              <a:t>까지 학습</a:t>
            </a:r>
            <a:r>
              <a:rPr lang="en-US" altLang="ko-KR" dirty="0"/>
              <a:t>, 16xx~1699</a:t>
            </a:r>
            <a:r>
              <a:rPr lang="ko-KR" altLang="en-US" dirty="0"/>
              <a:t>까지 평가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Train</a:t>
            </a:r>
            <a:r>
              <a:rPr lang="ko-KR" altLang="en-US" dirty="0"/>
              <a:t>과 </a:t>
            </a:r>
            <a:r>
              <a:rPr lang="en-US" altLang="ko-KR" dirty="0"/>
              <a:t>valid</a:t>
            </a:r>
            <a:r>
              <a:rPr lang="ko-KR" altLang="en-US" dirty="0"/>
              <a:t>를 합치는 부분이 있는 이유는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원하는 </a:t>
            </a:r>
            <a:r>
              <a:rPr lang="en-US" altLang="ko-KR" dirty="0"/>
              <a:t>Feature</a:t>
            </a:r>
            <a:r>
              <a:rPr lang="ko-KR" altLang="en-US" dirty="0"/>
              <a:t>와 </a:t>
            </a:r>
            <a:r>
              <a:rPr lang="ko-KR" altLang="en-US" dirty="0" err="1"/>
              <a:t>하이퍼파라미터로</a:t>
            </a:r>
            <a:r>
              <a:rPr lang="ko-KR" altLang="en-US" dirty="0"/>
              <a:t> 성능을 확인하고</a:t>
            </a:r>
            <a:r>
              <a:rPr lang="en-US" altLang="ko-KR" dirty="0"/>
              <a:t>, </a:t>
            </a:r>
            <a:r>
              <a:rPr lang="ko-KR" altLang="en-US" dirty="0"/>
              <a:t>해당 조합으로 </a:t>
            </a:r>
            <a:r>
              <a:rPr lang="en-US" altLang="ko-KR" dirty="0"/>
              <a:t>score</a:t>
            </a:r>
            <a:r>
              <a:rPr lang="ko-KR" altLang="en-US" dirty="0"/>
              <a:t>값을 확인할 때 검증용으로 사용된 </a:t>
            </a:r>
            <a:r>
              <a:rPr lang="en-US" altLang="ko-KR" dirty="0"/>
              <a:t>16xx~1699</a:t>
            </a:r>
            <a:r>
              <a:rPr lang="ko-KR" altLang="en-US" dirty="0"/>
              <a:t>의 </a:t>
            </a:r>
            <a:r>
              <a:rPr lang="en-US" altLang="ko-KR" dirty="0"/>
              <a:t>data</a:t>
            </a:r>
            <a:r>
              <a:rPr lang="ko-KR" altLang="en-US" dirty="0"/>
              <a:t>를 포함해서 </a:t>
            </a:r>
            <a:r>
              <a:rPr lang="ko-KR" altLang="en-US" dirty="0" err="1"/>
              <a:t>학습하는게</a:t>
            </a:r>
            <a:r>
              <a:rPr lang="ko-KR" altLang="en-US" dirty="0"/>
              <a:t> 성능적으로 유리하기 때문이라 생각됩니다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모델을 튜닝하는 과정에서 </a:t>
            </a:r>
            <a:r>
              <a:rPr lang="ko-KR" altLang="en-US" dirty="0" err="1"/>
              <a:t>평가할때는</a:t>
            </a:r>
            <a:r>
              <a:rPr lang="ko-KR" altLang="en-US" dirty="0"/>
              <a:t> </a:t>
            </a:r>
            <a:r>
              <a:rPr lang="en-US" altLang="ko-KR" dirty="0"/>
              <a:t>valid</a:t>
            </a:r>
            <a:r>
              <a:rPr lang="ko-KR" altLang="en-US" dirty="0"/>
              <a:t>로 진행을 하다가</a:t>
            </a:r>
            <a:r>
              <a:rPr lang="en-US" altLang="ko-KR" dirty="0"/>
              <a:t>, </a:t>
            </a:r>
            <a:r>
              <a:rPr lang="ko-KR" altLang="en-US" dirty="0"/>
              <a:t>제일 성능이 잘 나오는 모델을 제출하여 </a:t>
            </a:r>
            <a:r>
              <a:rPr lang="en-US" altLang="ko-KR" dirty="0"/>
              <a:t>Score</a:t>
            </a:r>
            <a:r>
              <a:rPr lang="ko-KR" altLang="en-US" dirty="0"/>
              <a:t>를 확인할 때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/>
              <a:t>cell</a:t>
            </a:r>
            <a:r>
              <a:rPr lang="ko-KR" altLang="en-US" dirty="0"/>
              <a:t>을 실행시키고 </a:t>
            </a:r>
            <a:r>
              <a:rPr lang="en-US" altLang="ko-KR" dirty="0"/>
              <a:t>valid data</a:t>
            </a:r>
            <a:r>
              <a:rPr lang="ko-KR" altLang="en-US" dirty="0"/>
              <a:t>까지 학습을 진행하여 제출하시면 될 것 같습니다</a:t>
            </a:r>
            <a:r>
              <a:rPr lang="en-US" altLang="ko-KR" dirty="0"/>
              <a:t>.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65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F50D0-DCBF-4FBE-AF89-743238D2EDE0}"/>
              </a:ext>
            </a:extLst>
          </p:cNvPr>
          <p:cNvSpPr txBox="1"/>
          <p:nvPr/>
        </p:nvSpPr>
        <p:spPr>
          <a:xfrm>
            <a:off x="-1" y="0"/>
            <a:ext cx="346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학습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43037-F98D-42C9-9BAB-AB1EFF9E2ACD}"/>
              </a:ext>
            </a:extLst>
          </p:cNvPr>
          <p:cNvSpPr txBox="1"/>
          <p:nvPr/>
        </p:nvSpPr>
        <p:spPr>
          <a:xfrm>
            <a:off x="3367443" y="789219"/>
            <a:ext cx="696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실행하게되면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 err="1">
                <a:solidFill>
                  <a:srgbClr val="FF0000"/>
                </a:solidFill>
              </a:rPr>
              <a:t>result.pkl</a:t>
            </a:r>
            <a:r>
              <a:rPr lang="ko-KR" altLang="en-US" dirty="0">
                <a:solidFill>
                  <a:srgbClr val="FF0000"/>
                </a:solidFill>
              </a:rPr>
              <a:t> 형태로 학습된 모델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F4A29F-7DAD-4A72-B076-B31DE06ED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93" y="369332"/>
            <a:ext cx="2695951" cy="1486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B58D4-BA53-42F4-ACE5-67E602C8A71F}"/>
              </a:ext>
            </a:extLst>
          </p:cNvPr>
          <p:cNvSpPr txBox="1"/>
          <p:nvPr/>
        </p:nvSpPr>
        <p:spPr>
          <a:xfrm>
            <a:off x="1734668" y="3711388"/>
            <a:ext cx="9343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이후 </a:t>
            </a:r>
            <a:r>
              <a:rPr lang="en-US" altLang="ko-KR" dirty="0" err="1"/>
              <a:t>result.pkl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en-US" altLang="ko-KR" dirty="0"/>
              <a:t>Kaggle dataset</a:t>
            </a:r>
            <a:r>
              <a:rPr lang="ko-KR" altLang="en-US" dirty="0"/>
              <a:t>에 전처리파일과 동일한 형태로 등록하여 사용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jane-street-</a:t>
            </a:r>
            <a:r>
              <a:rPr lang="en-US" altLang="ko-KR" dirty="0" err="1">
                <a:solidFill>
                  <a:srgbClr val="FF0000"/>
                </a:solidFill>
              </a:rPr>
              <a:t>xgb</a:t>
            </a:r>
            <a:r>
              <a:rPr lang="en-US" altLang="ko-KR" dirty="0">
                <a:solidFill>
                  <a:srgbClr val="FF0000"/>
                </a:solidFill>
              </a:rPr>
              <a:t>-single-model-fin-ai-blue </a:t>
            </a:r>
            <a:r>
              <a:rPr lang="ko-KR" altLang="en-US" dirty="0">
                <a:solidFill>
                  <a:srgbClr val="FF0000"/>
                </a:solidFill>
              </a:rPr>
              <a:t>코드에서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err="1">
                <a:solidFill>
                  <a:srgbClr val="FF0000"/>
                </a:solidFill>
              </a:rPr>
              <a:t>전처리</a:t>
            </a:r>
            <a:r>
              <a:rPr lang="ko-KR" altLang="en-US" dirty="0">
                <a:solidFill>
                  <a:srgbClr val="FF0000"/>
                </a:solidFill>
              </a:rPr>
              <a:t> 데이터셋과 학습된 모델 데이터셋을 불러와서 사용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458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474</Words>
  <Application>Microsoft Office PowerPoint</Application>
  <PresentationFormat>와이드스크린</PresentationFormat>
  <Paragraphs>47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gyudong.park</dc:creator>
  <cp:lastModifiedBy>gyudong.park</cp:lastModifiedBy>
  <cp:revision>1</cp:revision>
  <dcterms:created xsi:type="dcterms:W3CDTF">2024-12-24T09:20:41Z</dcterms:created>
  <dcterms:modified xsi:type="dcterms:W3CDTF">2024-12-24T09:52:05Z</dcterms:modified>
</cp:coreProperties>
</file>